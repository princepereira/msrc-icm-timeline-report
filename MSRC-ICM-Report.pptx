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2292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MSRC ICM Timeline Report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EC3E8"/>
                </a:solidFill>
              </a:rPr>
              <a:t>An Agency plugin that auto-generates &amp; emails the active MSRC ICM report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9D6"/>
                </a:solidFill>
              </a:rPr>
              <a:t>Container Platform / Container Networking  •  Windows Server Container Networking / Triage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9D6"/>
                </a:solidFill>
              </a:rPr>
              <a:t>Prince Pereira  |  ppereira@microsoft.com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5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645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A9D6"/>
                </a:solidFill>
              </a:rPr>
              <a:t>WHY THIS EXISTS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Problem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Tracking active MSRC security incidents (ICMs) is manual and error-prone.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MSRC data is scattered: IcM incidents, WSD R-ICMs, ADO task groups &amp; child-bug PRs, and Teams chats.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Key fields (MSRC severity, Resolve-By SLA, PR status) live in different systems and ACL-restricted tabs.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Owners must remember Resolve-By deadlines — overdue / near-due cases are easy to miss.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Building a status report by hand every few days is slow, inconsistent, and doesn't scale.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5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645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A9D6"/>
                </a:solidFill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Solution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333333"/>
                </a:solidFill>
              </a:rPr>
              <a:t>An Agency custom-agent plugin that produces ONE consolidated, up-to-date report on demand or on a schedule.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Pulls every active MSRC ICM owned by the two teams and enriches each with cross-system data automatically.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Emails a single self-contained HTML table to the owner via WorkIQ (Outlook) — no manual assembly.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Flags overdue / due-within-14-days cases in RED with a summary callout at the top.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Runs autonomously end-to-end — no questions asked during a scheduled run.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5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645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A9D6"/>
                </a:solidFill>
              </a:rPr>
              <a:t>DATA FLOW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How It Works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9050">
            <a:solidFill>
              <a:srgbClr val="2E5F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5F9E"/>
                </a:solidFill>
              </a:rPr>
              <a:t>icm MCP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Active ICMs +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WSD R-ICM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MSRC tab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228600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29000" y="18288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9050">
            <a:solidFill>
              <a:srgbClr val="2E5F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900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5F9E"/>
                </a:solidFill>
              </a:rPr>
              <a:t>ado / bluebird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Task groups,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child bugs,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PR status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228600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309360" y="18288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9050">
            <a:solidFill>
              <a:srgbClr val="2E5F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5F9E"/>
                </a:solidFill>
              </a:rPr>
              <a:t>workiq MCP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9360" y="24231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Teams group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chat lookup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78240" y="228600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864"/>
                </a:solidFill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9189720" y="18288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8972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</a:rPr>
              <a:t>workiq MCP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89720" y="24231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Send HTML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</a:rPr>
              <a:t>email report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0881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1.  Query active ICMs for both teams  →  2.  Read WSD R-ICM / ADO task group for MSRC severity &amp; Resolve-By</a:t>
            </a:r>
            <a:endParaRPr lang="en-US" sz="14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3.  Traverse child bugs for linked PRs  →  4.  Match per-MSRC Teams chat  →  5.  Compute RED flag &amp; sort by Created date</a:t>
            </a:r>
            <a:endParaRPr lang="en-US" sz="14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333333"/>
                </a:solidFill>
              </a:rPr>
              <a:t>6.  Build inline-styled HTML table  →  7.  Email via WorkIQ  →  8.  Print run summary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5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645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A9D6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the Report Contains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Column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MSRC Number (link → ADO task group)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R-ICM MSRC tab / ADO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2-3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Created Date  •  Resolve By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ICM / ADO (fallback: Created + SLA)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4-5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MSRC Severity  •  ICM Severity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R-ICM MSRC tab / incident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6-7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Assignee  •  ICM Name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Feature-team ICM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8-9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Feature team ICM  •  WSD ICM (links)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IcM portal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PR &amp; Status (link)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ADO child bugs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Teams Chat (link)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WorkIQ /me/chats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00000"/>
                </a:solidFill>
              </a:rPr>
              <a:t>Overdue or due within 14 days → entire row RED + callout above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5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645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FA9D6"/>
                </a:solidFill>
              </a:rPr>
              <a:t>USAGE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How to Run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</a:rPr>
              <a:t>Run manually (local)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881360" cy="822960"/>
          </a:xfrm>
          <a:prstGeom prst="rect">
            <a:avLst/>
          </a:prstGeom>
          <a:solidFill>
            <a:srgbClr val="EAF3E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A3D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agency copilot --plugin local:./msrc-icm-report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A3D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--agent msrc-icm-report:msrc-icm-report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</a:rPr>
              <a:t>Then at the prompt:  "Generate and email the active MSRC ICM report now."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</a:rPr>
              <a:t>Run on a schedule (no laptop needed)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Option A — Agency Schedules: commit .azuredevops/policies/agency-schedule.yml to the default branch (cron in the cloud).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Option B — Scheduled ADO pipeline extending the 1ES Agency template; MCP auth via Workload Identity Federation (WIF).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Option C — Any always-on scheduler (Azure Automation, Function timer, VM) invoking the agent.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00000"/>
                </a:solidFill>
              </a:rPr>
              <a:t>Note: the Teams Chat column populates only for chats the running identity is a member of (WorkIQ).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568</Words>
  <Application>Microsoft Office PowerPoint</Application>
  <PresentationFormat>Widescreen</PresentationFormat>
  <Paragraphs>84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MSRC ICM Timeline Report</dc:title>
  <dc:subject>PptxGenJS Presentation</dc:subject>
  <dc:creator>Prince Pereira</dc:creator>
  <cp:lastModifiedBy>Prince Pereira</cp:lastModifiedBy>
  <cp:revision>3</cp:revision>
  <dcterms:created xsi:type="dcterms:W3CDTF">2026-09-21T19:21:00Z</dcterms:created>
  <dcterms:modified xsi:type="dcterms:W3CDTF">2026-09-22T05:12:26Z</dcterms:modified>
</cp:coreProperties>
</file>